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9046B-1B62-E020-4E21-A3161FD39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944" y="19234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Our Town </a:t>
            </a:r>
            <a:br>
              <a:rPr lang="en-US" dirty="0"/>
            </a:br>
            <a:r>
              <a:rPr lang="en-US" dirty="0"/>
              <a:t>Healthcare System Project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842366-936E-C575-231A-175FBF858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9138" y="1494884"/>
            <a:ext cx="5170774" cy="517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34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 b="1"/>
            </a:pPr>
            <a:r>
              <a:rPr sz="3600" dirty="0"/>
              <a:t>OUR TOWN: Healthcare System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208776" cy="4846320"/>
          </a:xfrm>
        </p:spPr>
        <p:txBody>
          <a:bodyPr>
            <a:normAutofit/>
          </a:bodyPr>
          <a:lstStyle/>
          <a:p>
            <a:pPr>
              <a:spcAft>
                <a:spcPts val="700"/>
              </a:spcAft>
              <a:defRPr sz="1800"/>
            </a:pPr>
            <a:r>
              <a:rPr sz="4000" b="1" dirty="0"/>
              <a:t>Design a realistic digital town around a medical university.</a:t>
            </a:r>
          </a:p>
          <a:p>
            <a:pPr>
              <a:spcAft>
                <a:spcPts val="700"/>
              </a:spcAft>
              <a:defRPr sz="1800"/>
            </a:pPr>
            <a:r>
              <a:rPr sz="4000" b="1" dirty="0"/>
              <a:t>Meet residents’ healthcare and everyday needs.</a:t>
            </a:r>
          </a:p>
          <a:p>
            <a:pPr>
              <a:spcAft>
                <a:spcPts val="700"/>
              </a:spcAft>
              <a:defRPr sz="1800"/>
            </a:pPr>
            <a:r>
              <a:rPr sz="4000" b="1" dirty="0"/>
              <a:t>Stay within the $10,000,000 budget</a:t>
            </a:r>
            <a:r>
              <a:rPr sz="2000" b="1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7D6CB2-0496-260C-CB68-DEE5E3519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90344"/>
            <a:ext cx="5254752" cy="2627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 b="1"/>
            </a:pPr>
            <a:r>
              <a:rPr sz="3600" dirty="0"/>
              <a:t>Your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50"/>
            <a:ext cx="4910328" cy="4525963"/>
          </a:xfrm>
        </p:spPr>
        <p:txBody>
          <a:bodyPr>
            <a:normAutofit lnSpcReduction="10000"/>
          </a:bodyPr>
          <a:lstStyle/>
          <a:p>
            <a:pPr>
              <a:spcAft>
                <a:spcPts val="700"/>
              </a:spcAft>
              <a:defRPr sz="1800"/>
            </a:pPr>
            <a:r>
              <a:rPr sz="2800" b="1" dirty="0"/>
              <a:t>Work in groups of 2; no more than 3 people.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Create and present a digital town.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The entire project must be completed in Canva or Google Slides.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Your design, buildings, budget, explanations, and references must be included.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0A0B86-D921-009C-A064-D1FBE2339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184928"/>
            <a:ext cx="4462272" cy="29730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Who Lives in Your Town?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59" y="1166018"/>
            <a:ext cx="4882896" cy="4525963"/>
          </a:xfrm>
        </p:spPr>
        <p:txBody>
          <a:bodyPr>
            <a:normAutofit/>
          </a:bodyPr>
          <a:lstStyle/>
          <a:p>
            <a:pPr>
              <a:spcAft>
                <a:spcPts val="700"/>
              </a:spcAft>
              <a:defRPr sz="1800"/>
            </a:pPr>
            <a:r>
              <a:rPr sz="2800" b="1" dirty="0"/>
              <a:t>50% college students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30% middle-aged adults with families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20% adults over age 65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Your healthcare and community choices should fit these residents.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8A356-B729-10BB-664B-FA7CAB8E1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06" y="536448"/>
            <a:ext cx="4037076" cy="2691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FEBC3E-EB8E-C133-F670-2AC0214AE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321" y="3630169"/>
            <a:ext cx="2937320" cy="2937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2D8CE5-45DE-06AE-A617-C389880A0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58" y="3849624"/>
            <a:ext cx="32232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712" y="91440"/>
            <a:ext cx="8229600" cy="1143000"/>
          </a:xfrm>
        </p:spPr>
        <p:txBody>
          <a:bodyPr/>
          <a:lstStyle/>
          <a:p>
            <a:pPr>
              <a:defRPr sz="2800" b="1"/>
            </a:pPr>
            <a:r>
              <a:rPr dirty="0"/>
              <a:t>Required Parts of the Town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864" y="1234440"/>
            <a:ext cx="9491472" cy="5001768"/>
          </a:xfrm>
        </p:spPr>
        <p:txBody>
          <a:bodyPr>
            <a:normAutofit/>
          </a:bodyPr>
          <a:lstStyle/>
          <a:p>
            <a:pPr>
              <a:spcAft>
                <a:spcPts val="700"/>
              </a:spcAft>
              <a:defRPr sz="1800"/>
            </a:pPr>
            <a:r>
              <a:rPr sz="2800" b="1" dirty="0"/>
              <a:t>Original town name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1 University Medical School — required and free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1 Housing Development — required and free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At least 7 different healthcare facilities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At least 3 other community locations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A unique name for every building/location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A realistic layout with roads and logical placement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Every Building Needs a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93792" cy="4525963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700"/>
              </a:spcAft>
              <a:defRPr sz="1800"/>
            </a:pPr>
            <a:r>
              <a:rPr sz="2800" b="1" dirty="0"/>
              <a:t>Do not use only generic labels such as Hospital, Dental Office, or Restaurant.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Use realistic names such as Riverstone General Hospital, Bright Smile Dental, or Town Square Café.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Every healthcare facility, business, school, park, and other location should have a specific name.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EA3B08-3B0C-4AC0-E9E0-ABB8416D6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695" y="1600200"/>
            <a:ext cx="5345049" cy="33024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Digital Town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094976" cy="4525963"/>
          </a:xfrm>
        </p:spPr>
        <p:txBody>
          <a:bodyPr>
            <a:normAutofit/>
          </a:bodyPr>
          <a:lstStyle/>
          <a:p>
            <a:pPr>
              <a:spcAft>
                <a:spcPts val="700"/>
              </a:spcAft>
              <a:defRPr sz="1800"/>
            </a:pPr>
            <a:r>
              <a:rPr sz="2800" b="1" dirty="0"/>
              <a:t>Build the town directly in Canva or Google Slides.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Use shapes, icons, pictures, text boxes, roads, and labels.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Show where major buildings and services are located.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Use more than one layout slide if needed.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Do not simply paste a list of buildings onto a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Presentation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5880" y="1445070"/>
            <a:ext cx="8229600" cy="4525963"/>
          </a:xfrm>
        </p:spPr>
        <p:txBody>
          <a:bodyPr>
            <a:normAutofit fontScale="92500"/>
          </a:bodyPr>
          <a:lstStyle/>
          <a:p>
            <a:pPr>
              <a:spcAft>
                <a:spcPts val="700"/>
              </a:spcAft>
              <a:defRPr sz="1800"/>
            </a:pPr>
            <a:r>
              <a:rPr sz="2800" b="1" dirty="0"/>
              <a:t>At least 10 CONTENT slides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Title/intro slide does not count toward the 10-slide minimum.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Reference slide does not count toward the 10-slide minimum.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Slides should be neat, readable, and visually appealing.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Use key points instead of large paragraphs.</a:t>
            </a:r>
            <a:r>
              <a:rPr lang="en-US" sz="2800" b="1" dirty="0"/>
              <a:t> NO Large paragraphs!</a:t>
            </a:r>
            <a:endParaRPr sz="2800" b="1" dirty="0"/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Every group member must contribute and participate.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Suggested Slide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76" y="1335024"/>
            <a:ext cx="9985248" cy="4791139"/>
          </a:xfrm>
        </p:spPr>
        <p:txBody>
          <a:bodyPr>
            <a:normAutofit lnSpcReduction="10000"/>
          </a:bodyPr>
          <a:lstStyle/>
          <a:p>
            <a:pPr>
              <a:spcAft>
                <a:spcPts val="700"/>
              </a:spcAft>
              <a:defRPr sz="1500"/>
            </a:pPr>
            <a:r>
              <a:rPr sz="1800" b="1" dirty="0"/>
              <a:t>Title/Intro</a:t>
            </a:r>
          </a:p>
          <a:p>
            <a:pPr>
              <a:spcAft>
                <a:spcPts val="700"/>
              </a:spcAft>
              <a:defRPr sz="1500"/>
            </a:pPr>
            <a:r>
              <a:rPr sz="1800" b="1" dirty="0"/>
              <a:t>Town Overview</a:t>
            </a:r>
          </a:p>
          <a:p>
            <a:pPr>
              <a:spcAft>
                <a:spcPts val="700"/>
              </a:spcAft>
              <a:defRPr sz="1500"/>
            </a:pPr>
            <a:r>
              <a:rPr sz="1800" b="1" dirty="0"/>
              <a:t>Population &amp; Demographics</a:t>
            </a:r>
          </a:p>
          <a:p>
            <a:pPr>
              <a:spcAft>
                <a:spcPts val="700"/>
              </a:spcAft>
              <a:defRPr sz="1500"/>
            </a:pPr>
            <a:r>
              <a:rPr sz="1800" b="1" dirty="0"/>
              <a:t>Healthcare Facilities</a:t>
            </a:r>
          </a:p>
          <a:p>
            <a:pPr>
              <a:spcAft>
                <a:spcPts val="700"/>
              </a:spcAft>
              <a:defRPr sz="1500"/>
            </a:pPr>
            <a:r>
              <a:rPr sz="1800" b="1" dirty="0"/>
              <a:t>Why These Facilities Are Needed</a:t>
            </a:r>
          </a:p>
          <a:p>
            <a:pPr>
              <a:spcAft>
                <a:spcPts val="700"/>
              </a:spcAft>
              <a:defRPr sz="1500"/>
            </a:pPr>
            <a:r>
              <a:rPr sz="1800" b="1" dirty="0"/>
              <a:t>Digital Town Layout</a:t>
            </a:r>
          </a:p>
          <a:p>
            <a:pPr>
              <a:spcAft>
                <a:spcPts val="700"/>
              </a:spcAft>
              <a:defRPr sz="1500"/>
            </a:pPr>
            <a:r>
              <a:rPr sz="1800" b="1" dirty="0"/>
              <a:t>Location &amp; Placement Explanation</a:t>
            </a:r>
          </a:p>
          <a:p>
            <a:pPr>
              <a:spcAft>
                <a:spcPts val="700"/>
              </a:spcAft>
              <a:defRPr sz="1500"/>
            </a:pPr>
            <a:r>
              <a:rPr sz="1800" b="1" dirty="0"/>
              <a:t>Community Locations</a:t>
            </a:r>
          </a:p>
          <a:p>
            <a:pPr>
              <a:spcAft>
                <a:spcPts val="700"/>
              </a:spcAft>
              <a:defRPr sz="1500"/>
            </a:pPr>
            <a:r>
              <a:rPr sz="1800" b="1" dirty="0"/>
              <a:t>Budget</a:t>
            </a:r>
          </a:p>
          <a:p>
            <a:pPr>
              <a:spcAft>
                <a:spcPts val="700"/>
              </a:spcAft>
              <a:defRPr sz="1500"/>
            </a:pPr>
            <a:r>
              <a:rPr sz="1800" b="1" dirty="0"/>
              <a:t>Decision-Making</a:t>
            </a:r>
          </a:p>
          <a:p>
            <a:pPr>
              <a:spcAft>
                <a:spcPts val="700"/>
              </a:spcAft>
              <a:defRPr sz="1500"/>
            </a:pPr>
            <a:r>
              <a:rPr sz="1800" b="1" dirty="0"/>
              <a:t>Conclusion</a:t>
            </a:r>
          </a:p>
          <a:p>
            <a:pPr>
              <a:spcAft>
                <a:spcPts val="700"/>
              </a:spcAft>
              <a:defRPr sz="1500"/>
            </a:pPr>
            <a:r>
              <a:rPr sz="1800" b="1" dirty="0"/>
              <a:t>References</a:t>
            </a:r>
            <a:endParaRPr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CECAE-CC0F-5E4F-D943-5F10BAEE6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720" y="229489"/>
            <a:ext cx="4224528" cy="23762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EAFE0D-C872-D661-B7BC-9550703A6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3590277"/>
            <a:ext cx="4565904" cy="27395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Healthcare Facility Pricing —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1500"/>
            </a:pPr>
            <a:r>
              <a:rPr dirty="0"/>
              <a:t>General Hospital — $1,500,000</a:t>
            </a:r>
          </a:p>
          <a:p>
            <a:pPr>
              <a:spcAft>
                <a:spcPts val="700"/>
              </a:spcAft>
              <a:defRPr sz="1500"/>
            </a:pPr>
            <a:r>
              <a:rPr dirty="0"/>
              <a:t>Specialty Hospital — $1,250,000</a:t>
            </a:r>
          </a:p>
          <a:p>
            <a:pPr>
              <a:spcAft>
                <a:spcPts val="700"/>
              </a:spcAft>
              <a:defRPr sz="1500"/>
            </a:pPr>
            <a:r>
              <a:rPr dirty="0"/>
              <a:t>Government Hospital — $750,000</a:t>
            </a:r>
          </a:p>
          <a:p>
            <a:pPr>
              <a:spcAft>
                <a:spcPts val="700"/>
              </a:spcAft>
              <a:defRPr sz="1500"/>
            </a:pPr>
            <a:r>
              <a:rPr dirty="0"/>
              <a:t>University Medical Center — $2,000,000</a:t>
            </a:r>
          </a:p>
          <a:p>
            <a:pPr>
              <a:spcAft>
                <a:spcPts val="700"/>
              </a:spcAft>
              <a:defRPr sz="1500"/>
            </a:pPr>
            <a:r>
              <a:rPr dirty="0"/>
              <a:t>Skilled Nursing &amp; Rehab LTCF — $1,000,000</a:t>
            </a:r>
          </a:p>
          <a:p>
            <a:pPr>
              <a:spcAft>
                <a:spcPts val="700"/>
              </a:spcAft>
              <a:defRPr sz="1500"/>
            </a:pPr>
            <a:r>
              <a:rPr dirty="0"/>
              <a:t>Assisted Living &amp; Memory Care LTCF — $750,000</a:t>
            </a:r>
          </a:p>
          <a:p>
            <a:pPr>
              <a:spcAft>
                <a:spcPts val="700"/>
              </a:spcAft>
              <a:defRPr sz="1500"/>
            </a:pPr>
            <a:r>
              <a:rPr dirty="0"/>
              <a:t>Hospice — $500,000</a:t>
            </a:r>
          </a:p>
          <a:p>
            <a:pPr>
              <a:spcAft>
                <a:spcPts val="700"/>
              </a:spcAft>
              <a:defRPr sz="1500"/>
            </a:pPr>
            <a:r>
              <a:rPr dirty="0"/>
              <a:t>Mental Health Facility — $500,000</a:t>
            </a:r>
          </a:p>
          <a:p>
            <a:pPr>
              <a:spcAft>
                <a:spcPts val="700"/>
              </a:spcAft>
              <a:defRPr sz="1500"/>
            </a:pPr>
            <a:r>
              <a:rPr dirty="0"/>
              <a:t>Medical Office (specify kind) — $400,000</a:t>
            </a:r>
          </a:p>
          <a:p>
            <a:pPr>
              <a:spcAft>
                <a:spcPts val="700"/>
              </a:spcAft>
              <a:defRPr sz="1500"/>
            </a:pPr>
            <a:r>
              <a:rPr dirty="0"/>
              <a:t>Dental Office — $300,000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Healthcare Facility Pricing —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1500"/>
            </a:pPr>
            <a:r>
              <a:t>Clinics — $200,000</a:t>
            </a:r>
          </a:p>
          <a:p>
            <a:pPr>
              <a:spcAft>
                <a:spcPts val="700"/>
              </a:spcAft>
              <a:defRPr sz="1500"/>
            </a:pPr>
            <a:r>
              <a:t>Optical Centers — $300,000</a:t>
            </a:r>
          </a:p>
          <a:p>
            <a:pPr>
              <a:spcAft>
                <a:spcPts val="700"/>
              </a:spcAft>
              <a:defRPr sz="1500"/>
            </a:pPr>
            <a:r>
              <a:t>Emergency Care Services — $400,000</a:t>
            </a:r>
          </a:p>
          <a:p>
            <a:pPr>
              <a:spcAft>
                <a:spcPts val="700"/>
              </a:spcAft>
              <a:defRPr sz="1500"/>
            </a:pPr>
            <a:r>
              <a:t>Laboratories — $100,000</a:t>
            </a:r>
          </a:p>
          <a:p>
            <a:pPr>
              <a:spcAft>
                <a:spcPts val="700"/>
              </a:spcAft>
              <a:defRPr sz="1500"/>
            </a:pPr>
            <a:r>
              <a:t>Home Health Care — $300,000</a:t>
            </a:r>
          </a:p>
          <a:p>
            <a:pPr>
              <a:spcAft>
                <a:spcPts val="700"/>
              </a:spcAft>
              <a:defRPr sz="1500"/>
            </a:pPr>
            <a:r>
              <a:t>Genetic Counseling Center — $150,000</a:t>
            </a:r>
          </a:p>
          <a:p>
            <a:pPr>
              <a:spcAft>
                <a:spcPts val="700"/>
              </a:spcAft>
              <a:defRPr sz="1500"/>
            </a:pPr>
            <a:r>
              <a:t>Rehabilitation Centers — $750,000</a:t>
            </a:r>
          </a:p>
          <a:p>
            <a:pPr>
              <a:spcAft>
                <a:spcPts val="700"/>
              </a:spcAft>
              <a:defRPr sz="1500"/>
            </a:pPr>
            <a:r>
              <a:t>Industrial Health Care Center — $550,000</a:t>
            </a:r>
          </a:p>
          <a:p>
            <a:pPr>
              <a:spcAft>
                <a:spcPts val="700"/>
              </a:spcAft>
              <a:defRPr sz="1500"/>
            </a:pPr>
            <a:r>
              <a:t>School Health Service — $450,000</a:t>
            </a:r>
          </a:p>
          <a:p>
            <a:pPr>
              <a:spcAft>
                <a:spcPts val="700"/>
              </a:spcAft>
              <a:defRPr sz="1500"/>
            </a:pPr>
            <a:r>
              <a:t>Health Department — $250,000</a:t>
            </a:r>
          </a:p>
          <a:p>
            <a:pPr>
              <a:spcAft>
                <a:spcPts val="700"/>
              </a:spcAft>
              <a:defRPr sz="1500"/>
            </a:pPr>
            <a:r>
              <a:t>Non-Profit Agency (specify kind) — $100,000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Community Location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1500"/>
            </a:pPr>
            <a:r>
              <a:t>Fast Food Restaurant (specify kind) — $100,000</a:t>
            </a:r>
          </a:p>
          <a:p>
            <a:pPr>
              <a:spcAft>
                <a:spcPts val="700"/>
              </a:spcAft>
              <a:defRPr sz="1500"/>
            </a:pPr>
            <a:r>
              <a:t>Restaurant (specify kind) — $250,000</a:t>
            </a:r>
          </a:p>
          <a:p>
            <a:pPr>
              <a:spcAft>
                <a:spcPts val="700"/>
              </a:spcAft>
              <a:defRPr sz="1500"/>
            </a:pPr>
            <a:r>
              <a:t>Wal-Mart/Target — $500,000</a:t>
            </a:r>
          </a:p>
          <a:p>
            <a:pPr>
              <a:spcAft>
                <a:spcPts val="700"/>
              </a:spcAft>
              <a:defRPr sz="1500"/>
            </a:pPr>
            <a:r>
              <a:t>Mall — $1,000,000</a:t>
            </a:r>
          </a:p>
          <a:p>
            <a:pPr>
              <a:spcAft>
                <a:spcPts val="700"/>
              </a:spcAft>
              <a:defRPr sz="1500"/>
            </a:pPr>
            <a:r>
              <a:t>Other Retail Store (specify kind) — $500,000</a:t>
            </a:r>
          </a:p>
          <a:p>
            <a:pPr>
              <a:spcAft>
                <a:spcPts val="700"/>
              </a:spcAft>
              <a:defRPr sz="1500"/>
            </a:pPr>
            <a:r>
              <a:t>Coffee Shop — $100,000</a:t>
            </a:r>
          </a:p>
          <a:p>
            <a:pPr>
              <a:spcAft>
                <a:spcPts val="700"/>
              </a:spcAft>
              <a:defRPr sz="1500"/>
            </a:pPr>
            <a:r>
              <a:t>Grocery Store — $100,000</a:t>
            </a:r>
          </a:p>
          <a:p>
            <a:pPr>
              <a:spcAft>
                <a:spcPts val="700"/>
              </a:spcAft>
              <a:defRPr sz="1500"/>
            </a:pPr>
            <a:r>
              <a:t>Post Office — $150,000</a:t>
            </a:r>
          </a:p>
          <a:p>
            <a:pPr>
              <a:spcAft>
                <a:spcPts val="700"/>
              </a:spcAft>
              <a:defRPr sz="1500"/>
            </a:pPr>
            <a:r>
              <a:t>Park/Playground — $200,000</a:t>
            </a:r>
          </a:p>
          <a:p>
            <a:pPr>
              <a:spcAft>
                <a:spcPts val="700"/>
              </a:spcAft>
              <a:defRPr sz="1500"/>
            </a:pPr>
            <a:r>
              <a:t>School System — $300,000</a:t>
            </a:r>
          </a:p>
          <a:p>
            <a:pPr>
              <a:spcAft>
                <a:spcPts val="700"/>
              </a:spcAft>
              <a:defRPr sz="1500"/>
            </a:pPr>
            <a:r>
              <a:t>Museum — $500,000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Budget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1800"/>
            </a:pPr>
            <a:r>
              <a:t>Starting amount: $10,000,000</a:t>
            </a:r>
          </a:p>
          <a:p>
            <a:pPr>
              <a:spcAft>
                <a:spcPts val="700"/>
              </a:spcAft>
              <a:defRPr sz="1800"/>
            </a:pPr>
            <a:r>
              <a:t>University Medical School is required and free.</a:t>
            </a:r>
          </a:p>
          <a:p>
            <a:pPr>
              <a:spcAft>
                <a:spcPts val="700"/>
              </a:spcAft>
              <a:defRPr sz="1800"/>
            </a:pPr>
            <a:r>
              <a:t>Housing Development is required and free.</a:t>
            </a:r>
          </a:p>
          <a:p>
            <a:pPr>
              <a:spcAft>
                <a:spcPts val="700"/>
              </a:spcAft>
              <a:defRPr sz="1800"/>
            </a:pPr>
            <a:r>
              <a:t>List each purchased item and its cost.</a:t>
            </a:r>
          </a:p>
          <a:p>
            <a:pPr>
              <a:spcAft>
                <a:spcPts val="700"/>
              </a:spcAft>
              <a:defRPr sz="1800"/>
            </a:pPr>
            <a:r>
              <a:t>Show the total amount spent.</a:t>
            </a:r>
          </a:p>
          <a:p>
            <a:pPr>
              <a:spcAft>
                <a:spcPts val="700"/>
              </a:spcAft>
              <a:defRPr sz="1800"/>
            </a:pPr>
            <a:r>
              <a:t>Show the money remaining.</a:t>
            </a:r>
          </a:p>
          <a:p>
            <a:pPr>
              <a:spcAft>
                <a:spcPts val="700"/>
              </a:spcAft>
              <a:defRPr sz="1800"/>
            </a:pPr>
            <a:r>
              <a:t>Your total spending cannot exceed $10,000,000.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Think About 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1288"/>
            <a:ext cx="9902952" cy="4964875"/>
          </a:xfrm>
        </p:spPr>
        <p:txBody>
          <a:bodyPr>
            <a:normAutofit/>
          </a:bodyPr>
          <a:lstStyle/>
          <a:p>
            <a:pPr>
              <a:spcAft>
                <a:spcPts val="700"/>
              </a:spcAft>
              <a:defRPr sz="1800"/>
            </a:pPr>
            <a:r>
              <a:rPr sz="2800" b="1" dirty="0"/>
              <a:t>Consider access, emergency response, traffic, and neighborhoods.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Decide which services should be near one another.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Think about what college students, families, and adults over 65 need.</a:t>
            </a:r>
          </a:p>
          <a:p>
            <a:pPr>
              <a:spcAft>
                <a:spcPts val="700"/>
              </a:spcAft>
              <a:defRPr sz="1800"/>
            </a:pPr>
            <a:r>
              <a:rPr sz="2800" b="1" dirty="0"/>
              <a:t>Be prepared to explain WHY each major facility was placed in that area of town.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Final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1500"/>
            </a:pPr>
            <a:r>
              <a:t>Original town name</a:t>
            </a:r>
          </a:p>
          <a:p>
            <a:pPr>
              <a:spcAft>
                <a:spcPts val="700"/>
              </a:spcAft>
              <a:defRPr sz="1500"/>
            </a:pPr>
            <a:r>
              <a:t>Every building/location has a specific name</a:t>
            </a:r>
          </a:p>
          <a:p>
            <a:pPr>
              <a:spcAft>
                <a:spcPts val="700"/>
              </a:spcAft>
              <a:defRPr sz="1500"/>
            </a:pPr>
            <a:r>
              <a:t>University Medical School and Housing Development included</a:t>
            </a:r>
          </a:p>
          <a:p>
            <a:pPr>
              <a:spcAft>
                <a:spcPts val="700"/>
              </a:spcAft>
              <a:defRPr sz="1500"/>
            </a:pPr>
            <a:r>
              <a:t>At least 7 healthcare facilities</a:t>
            </a:r>
          </a:p>
          <a:p>
            <a:pPr>
              <a:spcAft>
                <a:spcPts val="700"/>
              </a:spcAft>
              <a:defRPr sz="1500"/>
            </a:pPr>
            <a:r>
              <a:t>At least 3 community locations</a:t>
            </a:r>
          </a:p>
          <a:p>
            <a:pPr>
              <a:spcAft>
                <a:spcPts val="700"/>
              </a:spcAft>
              <a:defRPr sz="1500"/>
            </a:pPr>
            <a:r>
              <a:t>Roads and buildings clearly shown</a:t>
            </a:r>
          </a:p>
          <a:p>
            <a:pPr>
              <a:spcAft>
                <a:spcPts val="700"/>
              </a:spcAft>
              <a:defRPr sz="1500"/>
            </a:pPr>
            <a:r>
              <a:t>Locations logically placed</a:t>
            </a:r>
          </a:p>
          <a:p>
            <a:pPr>
              <a:spcAft>
                <a:spcPts val="700"/>
              </a:spcAft>
              <a:defRPr sz="1500"/>
            </a:pPr>
            <a:r>
              <a:t>Budget is $10,000,000 or less</a:t>
            </a:r>
          </a:p>
          <a:p>
            <a:pPr>
              <a:spcAft>
                <a:spcPts val="700"/>
              </a:spcAft>
              <a:defRPr sz="1500"/>
            </a:pPr>
            <a:r>
              <a:t>At least 10 content slides plus title and references</a:t>
            </a:r>
          </a:p>
          <a:p>
            <a:pPr>
              <a:spcAft>
                <a:spcPts val="700"/>
              </a:spcAft>
              <a:defRPr sz="1500"/>
            </a:pPr>
            <a:r>
              <a:t>Choices and placement explained</a:t>
            </a:r>
          </a:p>
          <a:p>
            <a:pPr>
              <a:spcAft>
                <a:spcPts val="700"/>
              </a:spcAft>
              <a:defRPr sz="1500"/>
            </a:pPr>
            <a:r>
              <a:t>All group members participated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75488"/>
            <a:ext cx="8229600" cy="1143000"/>
          </a:xfrm>
        </p:spPr>
        <p:txBody>
          <a:bodyPr/>
          <a:lstStyle/>
          <a:p>
            <a:pPr>
              <a:defRPr sz="2800" b="1"/>
            </a:pPr>
            <a:r>
              <a:rPr dirty="0"/>
              <a:t>Your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1016" y="1618488"/>
            <a:ext cx="8229600" cy="4525963"/>
          </a:xfrm>
        </p:spPr>
        <p:txBody>
          <a:bodyPr>
            <a:normAutofit/>
          </a:bodyPr>
          <a:lstStyle/>
          <a:p>
            <a:pPr>
              <a:spcAft>
                <a:spcPts val="700"/>
              </a:spcAft>
              <a:defRPr sz="1800"/>
            </a:pPr>
            <a:r>
              <a:rPr sz="2400" b="1" dirty="0"/>
              <a:t>Create a town that is realistic, organized, within budget, and designed around the needs of its residents.</a:t>
            </a:r>
          </a:p>
          <a:p>
            <a:pPr>
              <a:spcAft>
                <a:spcPts val="700"/>
              </a:spcAft>
              <a:defRPr sz="1800"/>
            </a:pPr>
            <a:r>
              <a:rPr sz="2400" b="1" dirty="0"/>
              <a:t>Make your choices make sense — and be ready to explain why.</a:t>
            </a:r>
            <a:endParaRPr lang="en-US" sz="2400" b="1" dirty="0"/>
          </a:p>
          <a:p>
            <a:pPr>
              <a:spcAft>
                <a:spcPts val="700"/>
              </a:spcAft>
              <a:defRPr sz="1800"/>
            </a:pPr>
            <a:r>
              <a:rPr lang="en-US" sz="2400" b="1" dirty="0"/>
              <a:t>You will present this project</a:t>
            </a:r>
            <a:endParaRPr sz="2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787</Words>
  <Application>Microsoft Office PowerPoint</Application>
  <PresentationFormat>Widescreen</PresentationFormat>
  <Paragraphs>117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Our Town  Healthcare System Project</vt:lpstr>
      <vt:lpstr>OUR TOWN: Healthcare System Project</vt:lpstr>
      <vt:lpstr>Your Mission</vt:lpstr>
      <vt:lpstr>Who Lives in Your Town?</vt:lpstr>
      <vt:lpstr>Required Parts of the Town</vt:lpstr>
      <vt:lpstr>Every Building Needs a Name</vt:lpstr>
      <vt:lpstr>Digital Town Layout</vt:lpstr>
      <vt:lpstr>Presentation Requirements</vt:lpstr>
      <vt:lpstr>Suggested Slide Topics</vt:lpstr>
      <vt:lpstr>Healthcare Facility Pricing — Part 1</vt:lpstr>
      <vt:lpstr>Healthcare Facility Pricing — Part 2</vt:lpstr>
      <vt:lpstr>Community Location Pricing</vt:lpstr>
      <vt:lpstr>Budget Rules</vt:lpstr>
      <vt:lpstr>Think About Placement</vt:lpstr>
      <vt:lpstr>Final Checklist</vt:lpstr>
      <vt:lpstr>Your Goal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Ashley Delgado</dc:creator>
  <cp:keywords/>
  <dc:description>generated using python-pptx</dc:description>
  <cp:lastModifiedBy>Ashley Delgado</cp:lastModifiedBy>
  <cp:revision>4</cp:revision>
  <dcterms:created xsi:type="dcterms:W3CDTF">2013-01-27T09:14:16Z</dcterms:created>
  <dcterms:modified xsi:type="dcterms:W3CDTF">2026-09-24T16:19:19Z</dcterms:modified>
  <cp:category/>
</cp:coreProperties>
</file>